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AIVO는 발표 자료와 음성·영상을 함께 분석하는 AI 발표·면접 연습 서비스입니다. 혼자서도 반복 연습할 수 있도록 발표 내용, 발화 습관, 발표 태도를 분석해 구체적인 개선 피드백을 제공합니다.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자신의 모습을 객관적으로 보기 어렵다는 점이 핵심 문제입니다. AIVO는 음성, 영상, 발표 자료를 한 번의 연습 과정에서 통합 분석해 이 문제를 해결합니다.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연습은 PPTX 업로드부터 슬라이드별 발화 비교까지, 면접 연습은 사용자 문서 기반 질문 생성부터 질문별 피드백까지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프론트엔드에서 업로드·녹화, Spring Boot가 서비스 데이터를 관리합니다. 오래 걸리는 STT·AI 분석은 RabbitMQ로 FastAPI에 비동기 전달되고, 완료된 결과는 Spring Boot를 거쳐 PostgreSQL에 저장됩니다. 파일은 S3에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분리 → 멀티모달 핵심 내용 추출 → STT 변환 → 슬라이드별 발화 구분 → 핵심 내용 대조 → 시선·자세 결합의 순서로 분석이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차별점은 말하기 방식만 보지 않고 발표 자료와 실제 발화를 슬라이드 단위로 연결해 평가한다는 점입니다. 반복 연습 결과를 누적해 개선 추이도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AIVO 서비스 소개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104543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자료와 사용자의 음성·영상을 함께 분석하는 AI 기반 발표·면접 연습 서비스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혼자서도 반복적으로 연습할 수 있도록 설계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내용, 발화 습관, 발표 태도를 분석하고 구체적인 개선 피드백 제공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발표와 면접 준비에 필요한 기능을 하나의 서비스에서 지원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문제 상황과 서비스 목표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104543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발표와 면접은 자신의 모습을 객관적으로 확인하기 어려워 혼자 연습하기가 쉽지 않음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말하는 속도, 반복 표현, 핵심 내용 누락은 발표자가 스스로 판단하기 어려움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면접에서는 답변 내용뿐 아니라 시선·자세 같은 비언어적 요소도 함께 확인해야 함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음성·영상·발표 자료를 하나의 연습 과정에서 통합적으로 분석하여 해결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주요 기능과 사용자 흐름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4952848" cy="3200400"/>
          </a:xfrm>
          <a:prstGeom prst="roundRect">
            <a:avLst>
              <a:gd name="adj" fmla="val 5143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060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F9C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연습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4312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 업로드 → 슬라이드별 핵심 내용 분석</a:t>
            </a:r>
            <a:endParaRPr lang="en-US" sz="1300" dirty="0"/>
          </a:p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녹화된 음성·영상으로 발화 내용과 발표 태도 평가</a:t>
            </a:r>
            <a:endParaRPr lang="en-US" sz="1300" dirty="0"/>
          </a:p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결과와 슬라이드 내용을 비교</a:t>
            </a:r>
            <a:endParaRPr lang="en-US" sz="1300" dirty="0"/>
          </a:p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 누락, 반복 표현, 발화 속도, 슬라이드별 설명 시간 분석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2331720"/>
            <a:ext cx="4952848" cy="3200400"/>
          </a:xfrm>
          <a:prstGeom prst="roundRect">
            <a:avLst>
              <a:gd name="adj" fmla="val 5143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26060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F9C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면접 연습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0208" y="3108960"/>
            <a:ext cx="4312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이력서·자기소개서·포트폴리오 등 사용자 문서 기반으로 예상 질문 생성</a:t>
            </a:r>
            <a:endParaRPr lang="en-US" sz="1300" dirty="0"/>
          </a:p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답변 내용과 태도를 분석</a:t>
            </a:r>
            <a:endParaRPr lang="en-US" sz="1300" dirty="0"/>
          </a:p>
          <a:p>
            <a:pPr algn="l"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질문별 피드백 제공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프론트엔드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업로드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· 영상 녹화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64408" y="29535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320" y="251460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F9C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· 세션 · 파일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 관리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9048" y="29535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51460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RabbitMQ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· AI 분석 작업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전달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33688" y="29535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72600" y="251460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715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F9C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FastAPI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640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· AI 분석 수행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반환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4434840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360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9834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발표 자료 · 녹화 파일 저장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4F5FA"/>
          </a:solidFill>
          <a:ln w="12700">
            <a:solidFill>
              <a:srgbClr val="D8DF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6360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9834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분석 결과 저장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AI 분석 처리 과정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자료를 슬라이드 단위로 분리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10454335" cy="109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529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852928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텍스트·이미지를 멀티모달 모델로 분석해 핵심 내용 추출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10128"/>
            <a:ext cx="10454335" cy="109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198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419856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녹화 음성을 STT로 변환 — 전체 발화 내용과 문장별 시작·종료 시간 생성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877056"/>
            <a:ext cx="10454335" cy="109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86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986784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정보와 슬라이드 전환 기록을 연결해 슬라이드별 실제 발화 구분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443984"/>
            <a:ext cx="10454335" cy="109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53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553712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핵심 내용과 실제 발화를 비교 — 누락·오설명·반복 표현·발표 속도 분석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68680" y="5010912"/>
            <a:ext cx="10454335" cy="109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76D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5120640"/>
            <a:ext cx="9768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 시선·자세 정보까지 결합해 최종 피드백 생성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640080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276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02412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차별점과 기대 효과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10454335" cy="14630"/>
          </a:xfrm>
          <a:prstGeom prst="rect">
            <a:avLst/>
          </a:prstGeom>
          <a:solidFill>
            <a:srgbClr val="DCDDE0"/>
          </a:solidFill>
          <a:ln w="12700">
            <a:solidFill>
              <a:srgbClr val="DC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10454335" cy="1051560"/>
          </a:xfrm>
          <a:prstGeom prst="roundRect">
            <a:avLst>
              <a:gd name="adj" fmla="val 13913"/>
            </a:avLst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286000"/>
            <a:ext cx="9722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F9C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준비한 발표 자료와 실제 발화 내용을 슬라이드 단위로 연결하여 평가합니다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104543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말하기 방식만 분석하는 것이 아니라, 발표 자료와 발화를 슬라이드 단위로 대조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슬라이드의 설명이 부족했고 어떤 핵심 내용을 빠뜨렸는지 구체적으로 제시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· 영상 · 문서를 통합적으로 분석</a:t>
            </a:r>
            <a:endParaRPr lang="en-US" sz="1600" dirty="0"/>
          </a:p>
          <a:p>
            <a:pPr algn="l"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연습 결과를 누적해 이전 연습보다 개선된 부분을 확인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AIVO 서비스 소개 (테스트용)</dc:title>
  <dc:subject>PptxGenJS Presentation</dc:subject>
  <dc:creator>Team AIVO</dc:creator>
  <cp:lastModifiedBy>Team AIVO</cp:lastModifiedBy>
  <cp:revision>1</cp:revision>
  <dcterms:created xsi:type="dcterms:W3CDTF">2026-08-03T04:55:42Z</dcterms:created>
  <dcterms:modified xsi:type="dcterms:W3CDTF">2026-08-03T04:55:42Z</dcterms:modified>
</cp:coreProperties>
</file>