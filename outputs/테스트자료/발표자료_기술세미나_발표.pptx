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가벼운 인사와 함께 목차를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자원이 남는데 느리다는 점이 힌트였습니다.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 과정을 순서대로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조치를 각각 짧게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결과는 자신 있게 전달합니다.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메시지 이후 질문을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45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기술 세미나 · 성능 개선 사례 공유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이야기할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느려졌다는 제보를 받았을 때의 점검 순서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820ms를 190ms로 줄인 과정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반복하지 않기 위해 남긴 것들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상황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목록 API 평균 응답 820ms, 최대 3.2초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트래픽이 몰리는 점심 시간에 특히 심화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자원 사용률은 오히려 낮았습니다.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분석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쿼리 로그 확인 결과 N+1 문제로 요청당 쿼리 140여 회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테이블에 인덱스 누락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데이터를 매 요청마다 재조회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적용한 개선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페치 조인으로 쿼리 수 140회 → 6회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조건에 맞춘 복합 인덱스 추가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변경이 적은 데이터에 Redis 캐시 적용 (TTL 5분)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응답 820ms → 190ms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피크 시간 최대 응답 3.2초 → 0.6초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CPU 사용률 절반으로 감소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81328"/>
            <a:ext cx="822960" cy="4114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느낌이 아니라 쿼리 로그부터 봅니다.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캐시는 마지막 수단으로 둡니다.</a:t>
            </a:r>
            <a:endParaRPr lang="en-US" sz="17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700" dirty="0">
                <a:solidFill>
                  <a:srgbClr val="F2F4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전후 수치를 반드시 기록으로 남깁니다.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API, 어디서부터 볼까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2026-08-03T15:37:52Z</dcterms:created>
  <dcterms:modified xsi:type="dcterms:W3CDTF">2026-08-03T15:37:52Z</dcterms:modified>
</cp:coreProperties>
</file>