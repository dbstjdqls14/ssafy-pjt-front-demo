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공감 가는 이야기로 가볍게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방식은 세 가지로 간단히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배분을 구체적으로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현실적인 조건을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초대의 말로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3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독서모임 운영 제안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937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달에 한 권, 같이 읽는 사람들 · 운영 제안서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만들려고 하나요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0" cy="45720"/>
          </a:xfrm>
          <a:prstGeom prst="rect">
            <a:avLst/>
          </a:prstGeom>
          <a:solidFill>
            <a:srgbClr val="6C3BD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읽으면 끝까지 읽지 못합니다.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나서 이야기할 상대가 없습니다.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고르는 일 자체가 부담이 됩니다.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85953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독서모임 운영 제안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운영하나요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0" cy="45720"/>
          </a:xfrm>
          <a:prstGeom prst="rect">
            <a:avLst/>
          </a:prstGeom>
          <a:solidFill>
            <a:srgbClr val="6C3BD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첫째 주에 다음 책을 함께 정합니다.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 주 토요일 오후 2시간 모임.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발제자는 매달 돌아가며 맡습니다.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85953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독서모임 운영 제안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모임은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0" cy="45720"/>
          </a:xfrm>
          <a:prstGeom prst="rect">
            <a:avLst/>
          </a:prstGeom>
          <a:solidFill>
            <a:srgbClr val="6C3BD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 근황 나누기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 발제 중심 토론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다음 책 추천과 마무리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85953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독서모임 운영 제안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0" cy="45720"/>
          </a:xfrm>
          <a:prstGeom prst="rect">
            <a:avLst/>
          </a:prstGeom>
          <a:solidFill>
            <a:srgbClr val="6C3BD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공간: 동네 카페 또는 스터디룸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인원: 6~8명 (너무 많으면 대화가 끊깁니다)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비용: 1인당 월 1만 원 내외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85953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독서모임 운영 제안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0" cy="45720"/>
          </a:xfrm>
          <a:prstGeom prst="rect">
            <a:avLst/>
          </a:prstGeom>
          <a:solidFill>
            <a:srgbClr val="6C3BD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모임은 다음 달 셋째 주 토요일입니다.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책은 함께 투표로 정합니다.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 없이 한 번만 와 보셔도 좋습니다.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85953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독서모임 운영 제안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2026-08-03T15:43:28Z</dcterms:created>
  <dcterms:modified xsi:type="dcterms:W3CDTF">2026-08-03T15:43:28Z</dcterms:modified>
</cp:coreProperties>
</file>