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정의부터 시작합니다. 숫자를 먼저 던져 공감을 끌어냅니다.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 방안은 세 문장으로 짧게 전달합니다.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기능은 세 가지만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경쟁사와의 차별점을 분명히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수익 구조를 숫자로 명확히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마무리는 일정과 목표로 정리하고 감사 인사로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5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장보기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가구를 위한 소분 장보기 서비스 · 기획안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2A5BD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가구는 대용량 식재료를 다 쓰지 못하고 버립니다.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식재료 폐기율 응답자 평균 34%.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소량 구매는 단가가 비싸 부담이 큽니다.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장보기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2A5BD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만큼만 소분해 주문하는 장보기 서비스.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이웃과 묶어 사면 대용량 단가를 그대로 적용.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정기 배송으로 계획적인 소비 유도.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장보기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2A5BD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소분 단위 주문 (100g 단위)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 공동구매 매칭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재료 기반 레시피 추천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장보기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시장과 경쟁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2A5BD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1인 가구 780만 세대, 매년 증가.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새벽배송은 대용량 중심으로 소분 수요를 놓치고 있습니다.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소분 + 공동구매 조합은 아직 비어 있는 자리입니다.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장보기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모델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2A5BD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건당 수수료 8%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4,900원 정기 구독 (배송비 무료)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상점 입점 광고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장보기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5BD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앞으로의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2A5BD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3개월 내 시범 지역 2곳 오픈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내 월 활성 사용자 1만 명 목표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1C1E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지역 상점 제휴 확대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장보기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2026-08-03T15:37:52Z</dcterms:created>
  <dcterms:modified xsi:type="dcterms:W3CDTF">2026-08-03T15:37:52Z</dcterms:modified>
</cp:coreProperties>
</file>