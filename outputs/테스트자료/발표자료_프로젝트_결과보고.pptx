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개요는 빠르게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문제점은 숫자 중심으로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개선 내용은 도입한 순서대로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장표입니다. 천천히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솔직하게 회고하는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계획을 공유하며 마칩니다.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B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근태 시스템 개선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상반기 프로젝트 결과 보고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B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기간: 2026년 1월 ~ 6월 (6개월)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인원: 개발 4명, 기획 1명, 디자인 1명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목표: 수기 근태 관리의 오류와 지연 해소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C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근태 시스템 개선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B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문제점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마감마다 평균 12시간의 수기 정산 작업 발생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오류 신고 월평균 37건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재택·외근 기록이 시스템에 남지 않음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C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근태 시스템 개선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B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내용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출퇴근 체크와 위치 기반 자동 기록 도입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급여 시스템과 API 연동으로 정산 자동화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팀장용 승인 대시보드 신설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C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근태 시스템 개선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B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마감 소요 시간 12시간 → 1.5시간 (87% 단축)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오류 신고 37건 → 4건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만족도 조사 4.6 / 5.0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C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근태 시스템 개선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B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아쉬웠던 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요구사항 확정이 늦어 개발 2주 지연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현장직 사용 환경 검증이 부족했습니다.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자동화 커버리지가 목표에 미달했습니다.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C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근태 시스템 개선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B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하반기 현장직 전용 화면 추가 개발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휴가 관리 모듈과 통합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커버리지 70% 달성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C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근태 시스템 개선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2026-08-03T15:37:52Z</dcterms:created>
  <dcterms:modified xsi:type="dcterms:W3CDTF">2026-08-03T15:37:52Z</dcterms:modified>
</cp:coreProperties>
</file>